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DBM Structural Intelligence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Beyond Models, Toward Structural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 Structural Intelligence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Beyond Models, Toward Structural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Problem Are We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Intelligence ≠ Scale</a:t>
            </a:r>
          </a:p>
          <a:p>
            <a:pPr/>
            <a:r>
              <a:t>Intelligence = Structured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Reasoning within structured spaces</a:t>
            </a:r>
          </a:p>
          <a:p>
            <a:pPr/>
            <a:r>
              <a:t>Pruning before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 differences</a:t>
            </a:r>
          </a:p>
          <a:p>
            <a:pPr/>
            <a:r>
              <a:t>Decide by contrast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IR → Structural Index → Decision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 × LLM × ACLM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DBM decides what</a:t>
            </a:r>
          </a:p>
          <a:p>
            <a:pPr/>
            <a:r>
              <a:t>ACLM executes how</a:t>
            </a:r>
          </a:p>
          <a:p>
            <a:pPr/>
            <a:r>
              <a:t>LLM generates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Structural Intelligence is safer reasoning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