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182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contact@digitalbrainmodel-ai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DBM Structural Intelligence – Top 20 Algorithms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7212" y="3886200"/>
            <a:ext cx="6488131" cy="2658438"/>
          </a:xfrm>
        </p:spPr>
        <p:txBody>
          <a:bodyPr>
            <a:normAutofit fontScale="85000" lnSpcReduction="10000"/>
          </a:bodyPr>
          <a:lstStyle/>
          <a:p>
            <a:r>
              <a:rPr dirty="0"/>
              <a:t>From Structural Indexing to Bounded Reasoning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Sizhe Tan  </a:t>
            </a:r>
            <a:br>
              <a:rPr lang="en-US" dirty="0"/>
            </a:br>
            <a:r>
              <a:rPr lang="en-US" dirty="0"/>
              <a:t>Email: </a:t>
            </a:r>
            <a:r>
              <a:rPr lang="en-US" dirty="0">
                <a:hlinkClick r:id="rId2"/>
              </a:rPr>
              <a:t>contact@digitalbrainmodel-ai.com</a:t>
            </a:r>
            <a:endParaRPr lang="en-US" dirty="0"/>
          </a:p>
          <a:p>
            <a:r>
              <a:rPr lang="en-US" dirty="0"/>
              <a:t>February 8,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20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structural view of intelligence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Algorithms, Not One Model?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Coordination over dominance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Structural Indexing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Variable-size blocks</a:t>
            </a:r>
          </a:p>
          <a:p>
            <a:r>
              <a:t>Differential trees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Search &amp; Pruning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Two-phase search</a:t>
            </a:r>
          </a:p>
          <a:p>
            <a:r>
              <a:t>Stop rules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CCC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Common Concept Core</a:t>
            </a:r>
          </a:p>
          <a:p>
            <a:r>
              <a:t>Post-hoc intelligence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Evolution &amp;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Minimal Evolution Threshold</a:t>
            </a:r>
          </a:p>
          <a:p>
            <a:r>
              <a:t>Evidence-driven updates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Not ACLM in Top 20?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Execution layer, not intelligence primitive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Final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Structure, not scale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92</Words>
  <Application>Microsoft Macintosh PowerPoint</Application>
  <PresentationFormat>On-screen Show (4:3)</PresentationFormat>
  <Paragraphs>25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DBM Structural Intelligence – Top 20 Algorithms</vt:lpstr>
      <vt:lpstr>Top 20 Algorithms</vt:lpstr>
      <vt:lpstr>Why Algorithms, Not One Model?</vt:lpstr>
      <vt:lpstr>Structural Indexing</vt:lpstr>
      <vt:lpstr>Search &amp; Pruning</vt:lpstr>
      <vt:lpstr>CCC Reasoning</vt:lpstr>
      <vt:lpstr>Evolution &amp; Control</vt:lpstr>
      <vt:lpstr>Why Not ACLM in Top 20?</vt:lpstr>
      <vt:lpstr>Final Takeaway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DBM Structural Intelligence – Top 20 Algorithms</dc:title>
  <dc:subject/>
  <dc:creator/>
  <cp:keywords/>
  <dc:description>generated using python-pptx</dc:description>
  <cp:lastModifiedBy>Sizhe Tan</cp:lastModifiedBy>
  <cp:revision>2</cp:revision>
  <dcterms:created xsi:type="dcterms:W3CDTF">2013-01-27T09:14:16Z</dcterms:created>
  <dcterms:modified xsi:type="dcterms:W3CDTF">2026-02-05T22:44:20Z</dcterms:modified>
  <cp:category/>
</cp:coreProperties>
</file>