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DBM Structural Intelligence – Top 20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Structural Indexing to Bounded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20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structural view of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Algorithms, Not One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Coordination over dominance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Variable-size blocks</a:t>
            </a:r>
          </a:p>
          <a:p>
            <a:pPr/>
            <a:r>
              <a:t>Differential trees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&amp;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Two-phase search</a:t>
            </a:r>
          </a:p>
          <a:p>
            <a:pPr/>
            <a:r>
              <a:t>Stop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CCC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Common Concept Core</a:t>
            </a:r>
          </a:p>
          <a:p>
            <a:pPr/>
            <a:r>
              <a:t>Post-hoc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Minimal Evolution Threshold</a:t>
            </a:r>
          </a:p>
          <a:p>
            <a:pPr/>
            <a:r>
              <a:t>Evidence-driven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ACLM in Top 20?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Execution layer, not intelligence primitive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Structure, not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