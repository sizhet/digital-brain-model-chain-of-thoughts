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8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ontact@digitalbrainmodel-ai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DBM Structural Intelligence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411858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Beyond Models, Toward Structural Intelligence</a:t>
            </a:r>
            <a:endParaRPr lang="en-US" dirty="0"/>
          </a:p>
          <a:p>
            <a:endParaRPr lang="en-US" dirty="0"/>
          </a:p>
          <a:p>
            <a:r>
              <a:rPr lang="en-US" dirty="0"/>
              <a:t>Sizhe Tan  </a:t>
            </a:r>
            <a:br>
              <a:rPr lang="en-US" dirty="0"/>
            </a:br>
            <a:r>
              <a:rPr lang="en-US" dirty="0"/>
              <a:t>Email: </a:t>
            </a:r>
            <a:r>
              <a:rPr lang="en-US" dirty="0">
                <a:hlinkClick r:id="rId2"/>
              </a:rPr>
              <a:t>contact@digitalbrainmodel-ai.com</a:t>
            </a:r>
            <a:endParaRPr lang="en-US" dirty="0"/>
          </a:p>
          <a:p>
            <a:r>
              <a:rPr lang="en-US" dirty="0"/>
              <a:t>February 8, 2026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 Structural Intelligence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Models, Toward Structural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Problem Are We Solving?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Intelligence ≠ Scale</a:t>
            </a:r>
          </a:p>
          <a:p>
            <a:r>
              <a:t>Intelligence = Structured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Reasoning within structured spaces</a:t>
            </a:r>
          </a:p>
          <a:p>
            <a:r>
              <a:t>Pruning before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Differential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differences</a:t>
            </a:r>
          </a:p>
          <a:p>
            <a:r>
              <a:t>Decide by contrast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IR → Structural Index → Decision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 × LLM × ACLM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DBM decides what</a:t>
            </a:r>
          </a:p>
          <a:p>
            <a:r>
              <a:t>ACLM executes how</a:t>
            </a:r>
          </a:p>
          <a:p>
            <a:r>
              <a:t>LLM generates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Structural Intelligence is safer reasoning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91</Words>
  <Application>Microsoft Macintosh PowerPoint</Application>
  <PresentationFormat>On-screen Show (4:3)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DBM Structural Intelligence AI</vt:lpstr>
      <vt:lpstr>DBM Structural Intelligence AI</vt:lpstr>
      <vt:lpstr>What Problem Are We Solving?</vt:lpstr>
      <vt:lpstr>Structural Intelligence</vt:lpstr>
      <vt:lpstr>Differential Thinking</vt:lpstr>
      <vt:lpstr>DBM Architecture</vt:lpstr>
      <vt:lpstr>DBM × LLM × ACLM</vt:lpstr>
      <vt:lpstr>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 Structural Intelligence AI</dc:title>
  <dc:subject/>
  <dc:creator/>
  <cp:keywords/>
  <dc:description>generated using python-pptx</dc:description>
  <cp:lastModifiedBy>Sizhe Tan</cp:lastModifiedBy>
  <cp:revision>3</cp:revision>
  <dcterms:created xsi:type="dcterms:W3CDTF">2013-01-27T09:14:16Z</dcterms:created>
  <dcterms:modified xsi:type="dcterms:W3CDTF">2026-02-05T22:44:07Z</dcterms:modified>
  <cp:category/>
</cp:coreProperties>
</file>